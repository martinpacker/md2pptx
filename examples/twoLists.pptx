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77"/>
  </p:normalViewPr>
  <p:slideViewPr>
    <p:cSldViewPr snapToGrid="0" snapToObjects="1">
      <p:cViewPr varScale="1">
        <p:scale>
          <a:sx n="118" d="100"/>
          <a:sy n="118" d="100"/>
        </p:scale>
        <p:origin x="904" y="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2/28/22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&lt;br 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3D12-CE5E-6B41-8E9D-91EDFBAFC85F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81542"/>
          </a:xfrm>
        </p:spPr>
        <p:txBody>
          <a:bodyPr anchor="b"/>
          <a:lstStyle>
            <a:lvl1pPr>
              <a:defRPr sz="60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73D1F-7830-B741-BC96-A837CBC9E079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7325" indent="-187325">
              <a:tabLst/>
              <a:defRPr/>
            </a:lvl1pPr>
            <a:lvl2pPr marL="536575" indent="-176213">
              <a:tabLst/>
              <a:defRPr/>
            </a:lvl2pPr>
            <a:lvl3pPr marL="889000" indent="-169863">
              <a:tabLst/>
              <a:defRPr/>
            </a:lvl3pPr>
            <a:lvl4pPr marL="1255713" indent="-182563">
              <a:tabLst/>
              <a:defRPr/>
            </a:lvl4pPr>
            <a:lvl5pPr marL="1600200" indent="-174625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C13FA-6531-0245-A446-9EAD81E0D53B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DD8A-E471-384F-883D-F219A186BE0F}" type="datetime1">
              <a:rPr lang="en-GB" smtClean="0"/>
              <a:t>28/02/2022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274D-85F4-2344-8F58-DEA89BF0D7C7}" type="datetime1">
              <a:rPr lang="en-GB" smtClean="0"/>
              <a:t>28/02/2022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350E-419E-7C4C-BD45-32442656A010}" type="datetime1">
              <a:rPr lang="en-GB" smtClean="0"/>
              <a:t>28/02/2022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31B4-F3B9-2E43-AEE7-50097B5E42D8}" type="datetime1">
              <a:rPr lang="en-GB" smtClean="0"/>
              <a:t>28/02/2022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6DA0-7E1E-D24A-B31F-F1C778CBD10F}" type="datetime1">
              <a:rPr lang="en-GB" smtClean="0"/>
              <a:t>28/02/2022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E593-3AEE-9148-B659-A83BC92509F8}" type="datetime1">
              <a:rPr lang="en-GB" smtClean="0"/>
              <a:t>28/02/2022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04EF-A919-EC45-85DB-57CE605E88BB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58A9-E6BC-7F41-94AC-B8DAC026E873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538D9-71E6-DF45-AEE6-3D5D1058FDA2}" type="datetime1">
              <a:rPr lang="en-GB" smtClean="0"/>
              <a:t>28/02/2022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F652B3-5D2C-0040-B40A-524F653AA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992BF2-46A2-1C46-85E4-A27A8556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82880"/>
            <a:ext cx="11826240" cy="762000"/>
          </a:xfrm>
        </p:spPr>
        <p:txBody>
          <a:bodyPr anchor="t"/>
          <a:lstStyle/>
          <a:p>
            <a:pPr algn="l">
              <a:spcAft>
                <a:spcPts val="0"/>
              </a:spcAft>
              <a:defRPr sz="3000"/>
            </a:pPr>
            <a:r>
              <a:t>md2pptx Markdown To Powerpoint Converter 6.1.1+ 26 December, 2025</a:t>
            </a:r>
            <a:endParaRPr lang="en-GB"/>
          </a:p>
          <a:p>
            <a:pPr algn="l">
              <a:spcBef>
                <a:spcPts val="0"/>
              </a:spcBef>
              <a:defRPr sz="3000"/>
            </a:pPr>
            <a:r>
              <a:t>Presentation built: 17:02 on 26 December,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6C224-A300-9F4C-8BF6-F1D55908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19200"/>
          <a:ext cx="11826240" cy="228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13120"/>
                <a:gridCol w="5913120"/>
              </a:tblGrid>
              <a:tr h="228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Martin Template.pptx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826240" cy="381000"/>
          </a:xfrm>
        </p:spPr>
        <p:txBody>
          <a:bodyPr anchor="t"/>
          <a:lstStyle/>
          <a:p>
            <a:pPr algn="l">
              <a:spcAft>
                <a:spcPts val="0"/>
              </a:spcAft>
              <a:defRPr sz="3000"/>
            </a:pPr>
            <a:r>
              <a:t>Slide With Bulleted List And Numbered List Next To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838200"/>
            <a:ext cx="5913120" cy="565404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t>Queen</a:t>
            </a:r>
          </a:p>
          <a:p>
            <a:pPr>
              <a:defRPr sz="1800"/>
            </a:pPr>
            <a:r>
              <a:t>Queen II</a:t>
            </a:r>
          </a:p>
          <a:p>
            <a:pPr>
              <a:defRPr sz="1800"/>
            </a:pPr>
            <a:r>
              <a:t>Sheer Heart Attack</a:t>
            </a:r>
          </a:p>
          <a:p>
            <a:pPr>
              <a:defRPr sz="1800"/>
            </a:pPr>
            <a:r>
              <a:t>A Night At The Opera</a:t>
            </a:r>
          </a:p>
          <a:p>
            <a:pPr>
              <a:defRPr sz="1800"/>
            </a:pPr>
            <a:r>
              <a:t>A Day At The Races</a:t>
            </a:r>
          </a:p>
          <a:p>
            <a:pPr>
              <a:defRPr sz="1800"/>
            </a:pPr>
            <a:r>
              <a:t>News Of The World</a:t>
            </a:r>
          </a:p>
          <a:p>
            <a:pPr>
              <a:defRPr sz="1800"/>
            </a:pPr>
            <a:r>
              <a:t>Jazz</a:t>
            </a:r>
          </a:p>
          <a:p>
            <a:pPr>
              <a:defRPr sz="1800"/>
            </a:pPr>
            <a:r>
              <a:t>Live Killers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838200"/>
            <a:ext cx="5913120" cy="565404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  <a:defRPr sz="1800"/>
            </a:pPr>
            <a:r>
              <a:t>Freddie</a:t>
            </a:r>
          </a:p>
          <a:p>
            <a:pPr>
              <a:buFont typeface="+mj-lt"/>
              <a:buAutoNum type="arabicPeriod"/>
              <a:defRPr sz="1800"/>
            </a:pPr>
            <a:r>
              <a:t>Brian</a:t>
            </a:r>
          </a:p>
          <a:p>
            <a:pPr>
              <a:buFont typeface="+mj-lt"/>
              <a:buAutoNum type="arabicPeriod"/>
              <a:defRPr sz="1800"/>
            </a:pPr>
            <a:r>
              <a:t>Roger</a:t>
            </a:r>
          </a:p>
          <a:p>
            <a:pPr>
              <a:buFont typeface="+mj-lt"/>
              <a:buAutoNum type="arabicPeriod"/>
              <a:defRPr sz="1800"/>
            </a:pPr>
            <a:r>
              <a:t>John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Martin Packer</cp:lastModifiedBy>
  <cp:revision>19</cp:revision>
  <dcterms:created xsi:type="dcterms:W3CDTF">2013-01-27T09:14:16Z</dcterms:created>
  <dcterms:modified xsi:type="dcterms:W3CDTF">2022-02-28T10:25:19Z</dcterms:modified>
  <cp:category/>
</cp:coreProperties>
</file>